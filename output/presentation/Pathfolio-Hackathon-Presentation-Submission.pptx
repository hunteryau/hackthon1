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22a93635e40e4" /><Relationship Type="http://schemas.openxmlformats.org/officeDocument/2006/relationships/extended-properties" Target="/docProps/app.xml" Id="R7bb6c6ed299f4a80" /><Relationship Type="http://schemas.openxmlformats.org/officeDocument/2006/relationships/officeDocument" Target="/ppt/presentation.xml" Id="R9b73757b6d5a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a45e26689946f7"/>
  </p:sldMasterIdLst>
  <p:notesMasterIdLst>
    <p:notesMasterId xmlns:r="http://schemas.openxmlformats.org/officeDocument/2006/relationships" r:id="Rb3f43037d0964adb"/>
  </p:notesMasterIdLst>
  <p:sldIdLst>
    <p:sldId xmlns:r="http://schemas.openxmlformats.org/officeDocument/2006/relationships" id="256" r:id="Rb3e49a2a84504f8f"/>
    <p:sldId xmlns:r="http://schemas.openxmlformats.org/officeDocument/2006/relationships" id="257" r:id="Rd34b8014e3a94dbf"/>
    <p:sldId xmlns:r="http://schemas.openxmlformats.org/officeDocument/2006/relationships" id="258" r:id="R47d43f70f53243e0"/>
    <p:sldId xmlns:r="http://schemas.openxmlformats.org/officeDocument/2006/relationships" id="259" r:id="Rf5172bf7bc8745e2"/>
    <p:sldId xmlns:r="http://schemas.openxmlformats.org/officeDocument/2006/relationships" id="260" r:id="R8bdc0c581389444b"/>
    <p:sldId xmlns:r="http://schemas.openxmlformats.org/officeDocument/2006/relationships" id="261" r:id="Rbf318157833846d1"/>
    <p:sldId xmlns:r="http://schemas.openxmlformats.org/officeDocument/2006/relationships" id="262" r:id="Re4b19dd64f7644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7d567f17844ea" /><Relationship Type="http://schemas.openxmlformats.org/officeDocument/2006/relationships/slideMaster" Target="/ppt/slideMasters/slideMaster1.xml" Id="R23a45e26689946f7" /><Relationship Type="http://schemas.openxmlformats.org/officeDocument/2006/relationships/notesMaster" Target="/ppt/notesMasters/notesMaster1.xml" Id="Rb3f43037d0964adb" /><Relationship Type="http://schemas.openxmlformats.org/officeDocument/2006/relationships/presProps" Target="/ppt/presProps.xml" Id="R9599012a62c54b10" /><Relationship Type="http://schemas.openxmlformats.org/officeDocument/2006/relationships/tableStyles" Target="/ppt/tableStyles.xml" Id="R3a2f3e65a39b4a72" /><Relationship Type="http://schemas.openxmlformats.org/officeDocument/2006/relationships/slide" Target="/ppt/slides/slide1.xml" Id="Rb3e49a2a84504f8f" /><Relationship Type="http://schemas.openxmlformats.org/officeDocument/2006/relationships/slide" Target="/ppt/slides/slide2.xml" Id="Rd34b8014e3a94dbf" /><Relationship Type="http://schemas.openxmlformats.org/officeDocument/2006/relationships/slide" Target="/ppt/slides/slide3.xml" Id="R47d43f70f53243e0" /><Relationship Type="http://schemas.openxmlformats.org/officeDocument/2006/relationships/slide" Target="/ppt/slides/slide4.xml" Id="Rf5172bf7bc8745e2" /><Relationship Type="http://schemas.openxmlformats.org/officeDocument/2006/relationships/slide" Target="/ppt/slides/slide5.xml" Id="R8bdc0c581389444b" /><Relationship Type="http://schemas.openxmlformats.org/officeDocument/2006/relationships/slide" Target="/ppt/slides/slide6.xml" Id="Rbf318157833846d1" /><Relationship Type="http://schemas.openxmlformats.org/officeDocument/2006/relationships/slide" Target="/ppt/slides/slide7.xml" Id="Re4b19dd64f7644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2519c7a01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ec6d111b6417b" /><Relationship Type="http://schemas.openxmlformats.org/officeDocument/2006/relationships/notesMaster" Target="/ppt/notesMasters/notesMaster1.xml" Id="R07766f2102894e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ff0cfe4f84871" /><Relationship Type="http://schemas.openxmlformats.org/officeDocument/2006/relationships/notesMaster" Target="/ppt/notesMasters/notesMaster1.xml" Id="Rb23c835c6a70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827489b2914ab0" /><Relationship Type="http://schemas.openxmlformats.org/officeDocument/2006/relationships/notesMaster" Target="/ppt/notesMasters/notesMaster1.xml" Id="R1f45c231bb09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ccb956d2124f25" /><Relationship Type="http://schemas.openxmlformats.org/officeDocument/2006/relationships/notesMaster" Target="/ppt/notesMasters/notesMaster1.xml" Id="Rb03adc2be18f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dc60e197474028" /><Relationship Type="http://schemas.openxmlformats.org/officeDocument/2006/relationships/notesMaster" Target="/ppt/notesMasters/notesMaster1.xml" Id="Rda317fedf410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b044861ca245cf" /><Relationship Type="http://schemas.openxmlformats.org/officeDocument/2006/relationships/notesMaster" Target="/ppt/notesMasters/notesMaster1.xml" Id="Rfa86669d2415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da3704c304caf" /><Relationship Type="http://schemas.openxmlformats.org/officeDocument/2006/relationships/notesMaster" Target="/ppt/notesMasters/notesMaster1.xml" Id="Ra8679e7a782b48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Hackathon -3 Building Your High School Portfolio (1).pdf,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is based on page 2 of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Requirements source: supplied brief, pages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Counselor interaction is required by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flowchart documents the implemented Java application logic. Flowchart and core logic are required by pages 3 and 4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reflects PortfolioService.sorted and PortfolioService.totalHours in the included Java source. The CS concept requirement appears on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drawn from the included Java source. The solution stays within the brief's high-school-level feasibility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312dc8b09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61c07a9c04864" /><Relationship Type="http://schemas.openxmlformats.org/officeDocument/2006/relationships/slideLayout" Target="/ppt/slideLayouts/slideLayout1.xml" Id="Rb5b7ff01ec6d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7ff01ec6d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965308bcc4077" /><Relationship Type="http://schemas.openxmlformats.org/officeDocument/2006/relationships/notesSlide" Target="/ppt/notesSlides/notesSlide1.xml" Id="Redb5244adcfa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ce33808e44024" /><Relationship Type="http://schemas.openxmlformats.org/officeDocument/2006/relationships/notesSlide" Target="/ppt/notesSlides/notesSlide2.xml" Id="R7942138165ac43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c059063de4d58" /><Relationship Type="http://schemas.openxmlformats.org/officeDocument/2006/relationships/image" Target="/ppt/media/image.png" Id="R2fa2436d793f4e84" /><Relationship Type="http://schemas.openxmlformats.org/officeDocument/2006/relationships/notesSlide" Target="/ppt/notesSlides/notesSlide3.xml" Id="R800a04b4c5ed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4cfe1de494a48" /><Relationship Type="http://schemas.openxmlformats.org/officeDocument/2006/relationships/image" Target="/ppt/media/image2.png" Id="R0fb8757e538249d7" /><Relationship Type="http://schemas.openxmlformats.org/officeDocument/2006/relationships/notesSlide" Target="/ppt/notesSlides/notesSlide4.xml" Id="R406f76dec7dc43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2ac1c29a42e8" /><Relationship Type="http://schemas.openxmlformats.org/officeDocument/2006/relationships/notesSlide" Target="/ppt/notesSlides/notesSlide5.xml" Id="R6d12a4c74f05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58b93f2aa42dc" /><Relationship Type="http://schemas.openxmlformats.org/officeDocument/2006/relationships/notesSlide" Target="/ppt/notesSlides/notesSlide6.xml" Id="R309efc5f7f6e4f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846f7afd4725" /><Relationship Type="http://schemas.openxmlformats.org/officeDocument/2006/relationships/notesSlide" Target="/ppt/notesSlides/notesSlide7.xml" Id="R4ce838cfbb8245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23695-9DBA-426B-B648-1CE43B6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CSNHS 26-27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DCD31-5427-48EC-BCFC-D74AC0B3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Pathfolio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36CAB-92CD-4823-A3D4-3D02C51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high school experience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A45D1-9D08-4040-A296-4233B34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Capture the details now. Use them when applications begin.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4116F-10EA-4FDE-BE53-3C48553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WORKING JAVA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4C7C9-AA37-47F1-B492-5267683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 view + counselor overview + resume export</a:t>
            </a:r>
          </a:p>
        </p:txBody>
      </p:sp>
    </p:spTree>
    <p:extLst>
      <p:ext uri="{BB962C8B-B14F-4D97-AF65-F5344CB8AC3E}">
        <p14:creationId xmlns:p14="http://schemas.microsoft.com/office/powerpoint/2010/main" val="1651997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277E5-2C9C-4140-8C29-6AAAEFA3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The memory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839C3-8FB1-4E6E-A2C0-C8E390E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Students complete meaningful work, but the evidence gets scattered across four years.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BBC1-FB43-41F3-AF95-911327F9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38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2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2BD0E-C43D-4552-8CCF-6DE060CB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By senior year, names, dates, hours, and impact are easy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C5267-68E4-4F9F-8E3B-A63A4192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College applications and scholarship forms ask for specific details. Students often rebuild those details from old messages, calendars, and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1A09B-E645-4A76-BB7E-10594B5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0A71A-BA48-4121-8D27-02273398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Incomplete applications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Missing service hours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Generic resume descriptions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B1D36-1EE9-449E-9ABA-3E30404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Pathfolio fixes the problem while the experience is still fresh.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11474-0A0F-4824-8BBC-03FCFFA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6401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73F14-40E7-4F0A-B0E5-68823CD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2E75D-58B1-4E31-8635-CEA193B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phone-sized workspace turns activities into a sortable four-year record.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2436d793f4e84"/>
          <a:stretch xmlns:a="http://schemas.openxmlformats.org/drawingml/2006/main"/>
        </p:blipFill>
        <p:spPr>
          <a:xfrm xmlns:a="http://schemas.openxmlformats.org/drawingml/2006/main">
            <a:off x="13486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22C8A-9705-497E-983D-ADB9A71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Record an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7EB05-EB2F-4492-8843-320D7E8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Add the title, category, date, hours, and a short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35474-E48B-402C-B506-62514F9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Choose the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F8A81-854D-412E-BBA0-D4B1AF4C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Sort the full portfolio by newest, oldest, or activity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C82E-C133-486D-AA54-BABEA7DB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Reuse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7629B-9AE4-4309-9DB4-9B0553B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Automatic hour totals stay visible, and the app exports organized resume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8696C-98AD-4B57-8332-F9C68348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557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A13E0-2FEE-416E-87A8-F7B42903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Counselor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59EFB-6E97-4875-B742-01B71920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can read the portfolio and see how it develops across high school.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CD288-DF0D-4C6E-9F88-F54B04BF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57549-1922-4535-B89A-1918EA6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year-by-year summary makes missing periods easy to notice.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6B5BD-73EE-4248-9D8C-7014F23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Automatic hour total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C73D9-04FC-4E26-8CE8-56A6AA1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dashboard adds activity hours and shows the total at a glance.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EED3E-C5D6-4D9D-8F74-C7A74EB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Recent experiences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8C1B1-7432-435F-81A7-529C94B9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can read the latest titles, dates, hours, and descriptions.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8757e538249d7"/>
          <a:stretch xmlns:a="http://schemas.openxmlformats.org/drawingml/2006/main"/>
        </p:blipFill>
        <p:spPr>
          <a:xfrm xmlns:a="http://schemas.openxmlformats.org/drawingml/2006/main">
            <a:off x="71017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0F6B8-5315-43E0-B657-C9F92870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53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72C6E-4BFA-4BCE-A3EA-2DB4F25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Core application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F40D6-E945-49E9-B25F-2193F3E7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new experience updates the hour total and joins the sortable portfolio.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E2AAC-5E58-4BC2-8810-B26BC112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5C2A"/>
          </a:solidFill>
          <a:ln xmlns:a="http://schemas.openxmlformats.org/drawingml/2006/main" w="0">
            <a:solidFill>
              <a:srgbClr val="E05C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Student adds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60E6B-AFAE-4317-84EC-23CC6F6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CD4C"/>
          </a:solidFill>
          <a:ln xmlns:a="http://schemas.openxmlformats.org/drawingml/2006/main" w="0">
            <a:solidFill>
              <a:srgbClr val="F9CD4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App validates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AEC1E-47FE-43CA-90DA-523C89A6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96FB2"/>
          </a:solidFill>
          <a:ln xmlns:a="http://schemas.openxmlformats.org/drawingml/2006/main" w="0">
            <a:solidFill>
              <a:srgbClr val="496FB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App adds entry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and totals 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A8D9D-BBEC-4C49-B301-73CB8C6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Counselor views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606BA-06A4-47E0-9D4A-83B387F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8E91"/>
          </a:solidFill>
          <a:ln xmlns:a="http://schemas.openxmlformats.org/drawingml/2006/main" w="0">
            <a:solidFill>
              <a:srgbClr val="E98E9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sorts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or exports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720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D9262-BEB5-4D32-A8BF-24D10750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If validation fails, the form stays open and highlights the missing or invalid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E1803-7B93-4F7A-8B6E-A47D8A6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New entries remain available for the current app session.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EBCAD-0A53-4F70-928C-177357B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8567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90AB9-F602-46C7-9093-7254FDD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Sorting and hour-total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8720-6233-49DB-94D2-9FCB08F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Comparators change the record order, while aggregation calculates the hours.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5C79F-CFDC-48EA-9AFA-93B8177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22"/>
          </a:solidFill>
          <a:ln xmlns:a="http://schemas.openxmlformats.org/drawingml/2006/main" w="9525">
            <a:solidFill>
              <a:srgbClr val="272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FE5BE-5492-44C0-B645-BF88635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INPUT sortMode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results = all experiences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IF sortMode is NEWEST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date descending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ELSE IF sortMode is OLDEST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date ascending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ELSE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totalHours = SUM each experience's hours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DISPLAY results and totalHours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73747-475E-4884-98C5-B798BB19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Computer science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D61F0-0E01-4A55-8016-3792A06A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7EC77-C85C-4093-9E95-1D8BC9D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experience is one structured record with a category, date, hours, and description.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38CD2-FFA1-423F-8723-1F12ABDC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C27AE-FB13-4129-9E70-E4C68606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Comparators order the records. Aggregation adds the hours from every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DC771-4673-48D4-96EE-419321AF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1927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D015C-303A-4C5F-B798-7B7034F1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focused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6EFE1-D9A2-4C3F-8105-D6CFEE1D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simplified app keeps only the requested enhancements and the required user views.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6A700-8B51-42B1-BB93-390550F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2B2D5-A92C-4A5E-8126-B89950D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Add experiences during the current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Sort by newest, oldest, or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Calculate total hours automatically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Export resume-ready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Show a four-year counselor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FCFC0-D1A0-494A-9180-55FAAF2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F9F09-DA66-4786-9A9F-25576458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Standard Java Swing interface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In-memory demo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No external libraries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Runs from a single JAR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and counselor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24765-1299-437E-9C8B-D9A685ED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Pathfolio gives every experience a place before the details disappear.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EC251-A590-4762-88AD-3296DB0F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8581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2026-10-07T00:08:21.4890000Z</dcterms:created>
  <dcterms:modified xsi:type="dcterms:W3CDTF">2026-10-07T00:08:21.4890000Z</dcterms:modified>
</coreProperties>
</file>