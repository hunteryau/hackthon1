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e27205b474210" /><Relationship Type="http://schemas.openxmlformats.org/officeDocument/2006/relationships/extended-properties" Target="/docProps/app.xml" Id="R95333caf6b144380" /><Relationship Type="http://schemas.openxmlformats.org/officeDocument/2006/relationships/officeDocument" Target="/ppt/presentation.xml" Id="R1de118ddb194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ef8af8e40e4bf3"/>
  </p:sldMasterIdLst>
  <p:notesMasterIdLst>
    <p:notesMasterId xmlns:r="http://schemas.openxmlformats.org/officeDocument/2006/relationships" r:id="Reb2662313c464a25"/>
  </p:notesMasterIdLst>
  <p:sldIdLst>
    <p:sldId xmlns:r="http://schemas.openxmlformats.org/officeDocument/2006/relationships" id="256" r:id="Rf9d01ae987794e66"/>
    <p:sldId xmlns:r="http://schemas.openxmlformats.org/officeDocument/2006/relationships" id="257" r:id="R65df764fac5141a0"/>
    <p:sldId xmlns:r="http://schemas.openxmlformats.org/officeDocument/2006/relationships" id="258" r:id="Rc186ff4dbab44bc6"/>
    <p:sldId xmlns:r="http://schemas.openxmlformats.org/officeDocument/2006/relationships" id="259" r:id="Ra374669401c74d57"/>
    <p:sldId xmlns:r="http://schemas.openxmlformats.org/officeDocument/2006/relationships" id="260" r:id="R30b375630b064755"/>
    <p:sldId xmlns:r="http://schemas.openxmlformats.org/officeDocument/2006/relationships" id="261" r:id="Rb1aba64defcd4629"/>
    <p:sldId xmlns:r="http://schemas.openxmlformats.org/officeDocument/2006/relationships" id="262" r:id="R5f53b55b9a5944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7554d3ba74c75" /><Relationship Type="http://schemas.openxmlformats.org/officeDocument/2006/relationships/slideMaster" Target="/ppt/slideMasters/slideMaster1.xml" Id="R17ef8af8e40e4bf3" /><Relationship Type="http://schemas.openxmlformats.org/officeDocument/2006/relationships/notesMaster" Target="/ppt/notesMasters/notesMaster1.xml" Id="Reb2662313c464a25" /><Relationship Type="http://schemas.openxmlformats.org/officeDocument/2006/relationships/presProps" Target="/ppt/presProps.xml" Id="R1a9babca2f55425e" /><Relationship Type="http://schemas.openxmlformats.org/officeDocument/2006/relationships/tableStyles" Target="/ppt/tableStyles.xml" Id="R0a2e08f243184650" /><Relationship Type="http://schemas.openxmlformats.org/officeDocument/2006/relationships/slide" Target="/ppt/slides/slide1.xml" Id="Rf9d01ae987794e66" /><Relationship Type="http://schemas.openxmlformats.org/officeDocument/2006/relationships/slide" Target="/ppt/slides/slide2.xml" Id="R65df764fac5141a0" /><Relationship Type="http://schemas.openxmlformats.org/officeDocument/2006/relationships/slide" Target="/ppt/slides/slide3.xml" Id="Rc186ff4dbab44bc6" /><Relationship Type="http://schemas.openxmlformats.org/officeDocument/2006/relationships/slide" Target="/ppt/slides/slide4.xml" Id="Ra374669401c74d57" /><Relationship Type="http://schemas.openxmlformats.org/officeDocument/2006/relationships/slide" Target="/ppt/slides/slide5.xml" Id="R30b375630b064755" /><Relationship Type="http://schemas.openxmlformats.org/officeDocument/2006/relationships/slide" Target="/ppt/slides/slide6.xml" Id="Rb1aba64defcd4629" /><Relationship Type="http://schemas.openxmlformats.org/officeDocument/2006/relationships/slide" Target="/ppt/slides/slide7.xml" Id="R5f53b55b9a5944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04517a151947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39b3df51ce42da" /><Relationship Type="http://schemas.openxmlformats.org/officeDocument/2006/relationships/notesMaster" Target="/ppt/notesMasters/notesMaster1.xml" Id="R188822a52f4140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c144c66c0d4fad" /><Relationship Type="http://schemas.openxmlformats.org/officeDocument/2006/relationships/notesMaster" Target="/ppt/notesMasters/notesMaster1.xml" Id="R647da6f0bcaa46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a8321a9ca74c50" /><Relationship Type="http://schemas.openxmlformats.org/officeDocument/2006/relationships/notesMaster" Target="/ppt/notesMasters/notesMaster1.xml" Id="Ra4e5fbff3aca4e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b3edea37854baf" /><Relationship Type="http://schemas.openxmlformats.org/officeDocument/2006/relationships/notesMaster" Target="/ppt/notesMasters/notesMaster1.xml" Id="R2da99fa88d4e45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981f89ee254cc5" /><Relationship Type="http://schemas.openxmlformats.org/officeDocument/2006/relationships/notesMaster" Target="/ppt/notesMasters/notesMaster1.xml" Id="R059876b59f1444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9f520916ea4119" /><Relationship Type="http://schemas.openxmlformats.org/officeDocument/2006/relationships/notesMaster" Target="/ppt/notesMasters/notesMaster1.xml" Id="R3b7bb818ec2c46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7c100482bc4049" /><Relationship Type="http://schemas.openxmlformats.org/officeDocument/2006/relationships/notesMaster" Target="/ppt/notesMasters/notesMaster1.xml" Id="Rc7f4d3d1a44747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source: Hackathon -3 Building Your High School Portfolio (1).pdf,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is based on page 2 of the supplied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Requirements source: supplied brief, pages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Counselor interaction is required by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flowchart documents the implemented Java application logic. Flowchart and core logic are required by pages 3 and 4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reflects PortfolioService.find in the included Java source. The CS concept requirement appears on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details are drawn from the included Java source. The solution stays within the brief's high-school-level feasibility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0b76556ad49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7e7551f3834506" /><Relationship Type="http://schemas.openxmlformats.org/officeDocument/2006/relationships/slideLayout" Target="/ppt/slideLayouts/slideLayout1.xml" Id="Ra4ecdbd8307c4d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cdbd8307c4d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8c19dca354231" /><Relationship Type="http://schemas.openxmlformats.org/officeDocument/2006/relationships/notesSlide" Target="/ppt/notesSlides/notesSlide1.xml" Id="R803a02d375fc4e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a1abca87f408f" /><Relationship Type="http://schemas.openxmlformats.org/officeDocument/2006/relationships/notesSlide" Target="/ppt/notesSlides/notesSlide2.xml" Id="Rba44dc2430694a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53ff425d14317" /><Relationship Type="http://schemas.openxmlformats.org/officeDocument/2006/relationships/image" Target="/ppt/media/image.png" Id="R005559c164bc46d4" /><Relationship Type="http://schemas.openxmlformats.org/officeDocument/2006/relationships/notesSlide" Target="/ppt/notesSlides/notesSlide3.xml" Id="R0a11562e164a42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3142129554f7f" /><Relationship Type="http://schemas.openxmlformats.org/officeDocument/2006/relationships/image" Target="/ppt/media/image2.png" Id="R6a4e34260aa740f8" /><Relationship Type="http://schemas.openxmlformats.org/officeDocument/2006/relationships/notesSlide" Target="/ppt/notesSlides/notesSlide4.xml" Id="Rb0daf771c3264b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9fdfb841e40b3" /><Relationship Type="http://schemas.openxmlformats.org/officeDocument/2006/relationships/notesSlide" Target="/ppt/notesSlides/notesSlide5.xml" Id="Rfdc2686a7519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fde2e741f4dfa" /><Relationship Type="http://schemas.openxmlformats.org/officeDocument/2006/relationships/notesSlide" Target="/ppt/notesSlides/notesSlide6.xml" Id="Ra5770dcec7fd48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2450c05944fd2" /><Relationship Type="http://schemas.openxmlformats.org/officeDocument/2006/relationships/notesSlide" Target="/ppt/notesSlides/notesSlide7.xml" Id="Re427dcbfb28c49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6F078-ABAB-4740-80FB-35F7B5A5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CSNHS 26-27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7B425-4322-4373-9A16-5D6686F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Pathfolio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2C31A-54AD-4106-8546-93C88A40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 high school experience tracker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608CE-2B19-4A4A-A2D5-59763A15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Capture the details now. Use them when applications begin.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233BB-00BC-4132-83AC-D9226060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WORKING JAVA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A9FE0-A404-4B86-95AA-5DA72DAB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 view + counselor review + resume export</a:t>
            </a:r>
          </a:p>
        </p:txBody>
      </p:sp>
    </p:spTree>
    <p:extLst>
      <p:ext uri="{BB962C8B-B14F-4D97-AF65-F5344CB8AC3E}">
        <p14:creationId xmlns:p14="http://schemas.microsoft.com/office/powerpoint/2010/main" val="1226241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197B5-5CBB-406D-B29B-BC2AD83F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The memory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77A19-A8F7-4B4E-B33D-9B9AEA00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Students complete meaningful work, but the evidence gets scattered across four years.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45269-047C-4DDE-A870-BAE90D3A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381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2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0CE61-FA18-4C54-A833-2B5D6835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By senior year, names, dates, hours, and impact are easy to forget.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B6308-4315-4268-8C4D-FCFF4995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College applications and scholarship forms ask for specific details. Students often rebuild those details from old messages, calendars, and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88424-46CF-4DC7-89CF-127645EB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5B9E3-8D5E-426F-8772-36AD4BC2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Incomplete applications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Unverified service hours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Generic resume descriptions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19E99-F8D0-47D4-8B02-665674D4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Pathfolio fixes the problem while the experience is still fresh.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51CCA-9550-4171-A6EE-80EFBB57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578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BE77A-CEEF-44D2-BCAC-A0FA710A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6145E-803C-4C5D-90C2-488709F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phone-sized workspace turns activities into a searchable four-year record.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559c164bc46d4"/>
          <a:stretch xmlns:a="http://schemas.openxmlformats.org/drawingml/2006/main"/>
        </p:blipFill>
        <p:spPr>
          <a:xfrm xmlns:a="http://schemas.openxmlformats.org/drawingml/2006/main">
            <a:off x="13486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2D6C1-07E4-46AC-8249-49438523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Record an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730A6-3FB7-441A-A1F5-5FEFC3A0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Add the title, category, date, hours, and a short description.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CFBA4-3BB1-41E0-93D3-282BAA22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Find the right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5827D-E44B-4CDC-949C-30812FB1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Search descriptions, filter by activity type, or sort by date and category.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9C6E3-DA6F-45A8-BF2C-B1927711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Reuse the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1026B-E6D6-42A9-A9FC-EB63B3CC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149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Track progress with badges, then export organized resume text when it is needed.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AB2E4-00D7-4446-9910-11987CA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7582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4DFA4-0619-4076-BE32-1FF0CDD8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Counselor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D11E5-4698-4403-AE15-454A472B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Counselors review claims early instead of reconstructing a record during senior year.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E2565-9F4F-4C01-96BB-5CF7828A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Review queue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28D11-B39B-40FD-9712-7D82AAAC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Pending activities appear in one list with dates, hours, and student descriptions.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34929-C384-4A4F-88FE-FA784F7C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One-click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A570B-FF61-4348-AD02-A810E0AE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verified label tells students which entries are ready for official applications.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D33E3-97A8-4422-82FA-29067BAA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Four-year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7F4BD-9761-4C82-9FB8-82FFA0EB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timeline makes missing years visible before they become an application problem.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e34260aa740f8"/>
          <a:stretch xmlns:a="http://schemas.openxmlformats.org/drawingml/2006/main"/>
        </p:blipFill>
        <p:spPr>
          <a:xfrm xmlns:a="http://schemas.openxmlformats.org/drawingml/2006/main">
            <a:off x="71017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5B80B-592B-498A-8CD6-912DAA35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65159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A33B0-7485-449B-AB14-B043F65F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Core application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A5E4B-CF13-4D92-B11C-DCBD76FB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saved experience becomes searchable, reviewable, and ready for reuse.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96275-CA1A-40A7-8D3C-09DDD930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5C2A"/>
          </a:solidFill>
          <a:ln xmlns:a="http://schemas.openxmlformats.org/drawingml/2006/main" w="0">
            <a:solidFill>
              <a:srgbClr val="E05C2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Student adds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427DC-1956-468F-B399-2CCAD000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CD4C"/>
          </a:solidFill>
          <a:ln xmlns:a="http://schemas.openxmlformats.org/drawingml/2006/main" w="0">
            <a:solidFill>
              <a:srgbClr val="F9CD4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App validates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required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CE303-895F-4F91-9CAD-BB7BA87A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96FB2"/>
          </a:solidFill>
          <a:ln xmlns:a="http://schemas.openxmlformats.org/drawingml/2006/main" w="0">
            <a:solidFill>
              <a:srgbClr val="496FB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App saves and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updates totals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41045-16E4-42DD-A403-88EAE8EC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Counselor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verifies entry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F0784-4729-490A-B0DE-8BD26501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8E91"/>
          </a:solidFill>
          <a:ln xmlns:a="http://schemas.openxmlformats.org/drawingml/2006/main" w="0">
            <a:solidFill>
              <a:srgbClr val="E98E9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exports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resume text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812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720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627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D5E14-C970-4EDD-9AA1-1281AAB8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If validation fails, the form stays open and highlights the missing or invalid field.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82966-C9ED-4D05-8DDC-D0CCB95A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All records remain on the student computer in the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A58F8-2DDB-4020-B994-8FD29EFD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775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1F6E6-A2B8-4CF0-B18C-B6FB440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Search, filter, and sort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82D20-7D09-4CE1-BD32-9CB8DE63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single pipeline transforms the saved list into the view the student requested.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57647-A951-4138-8655-AA79F43A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953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322"/>
          </a:solidFill>
          <a:ln xmlns:a="http://schemas.openxmlformats.org/drawingml/2006/main" w="9525">
            <a:solidFill>
              <a:srgbClr val="272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1C959-1C98-4D2F-AAF3-97DCB89A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INPUT query, selectedType, sortMode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results = all experiences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FILTER results where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title or description contains query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and type matches selectedType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SORT results by date or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DISPLAY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4013C-BC8E-4EEE-ACB4-855275A2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Computer science 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B4E68-1D5D-45FA-B283-2F33F32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Data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3CD22-965A-4398-95B9-D6B54624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experience is one structured record with a category, date, hours, description, and verification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2AF59-EE8F-4235-827F-7D26A741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E88D5-107B-4D54-AA2F-B0DA99D5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Predicate filters remove nonmatches. Comparators order the remaining records. Aggregation calculates total hours and badge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FAA24-9926-4AA4-A3C5-1167C80A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5954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A9494-BC9D-4239-9FBF-2720206F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Realistic now, expandable later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AFBD8-F1AB-432C-A588-D9C6A585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prototype works with standard Java and keeps the school rollout path simple.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F1B0D-DFE8-4423-AE90-8134F646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Working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3747A-326E-4205-9AED-C0BD55E3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Add experiences and keep them between sessions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Search, filter, and sort the portfolio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Track hours, badges, and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Export resume-ready 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DECED-A63C-4D33-B5F1-BAE48066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School rollout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282D5-B82E-4B91-8B9C-0D7BF930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Move local records to a school database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Use student and counselor sign-in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Attach evidence when a school requires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Generate formatted PDF resumes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BA25E-61A6-4B5B-A02A-82BE10FA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293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Pathfolio gives every experience a place before the details disappear.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53BBB-B895-4FA4-964E-55BCE695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058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2026-10-06T23:51:26.7360000Z</dcterms:created>
  <dcterms:modified xsi:type="dcterms:W3CDTF">2026-10-06T23:51:26.7360000Z</dcterms:modified>
</coreProperties>
</file>