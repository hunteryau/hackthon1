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89e84e149545a8" /><Relationship Type="http://schemas.openxmlformats.org/officeDocument/2006/relationships/extended-properties" Target="/docProps/app.xml" Id="Re7000d3ad4ab486a" /><Relationship Type="http://schemas.openxmlformats.org/officeDocument/2006/relationships/officeDocument" Target="/ppt/presentation.xml" Id="Ref733d88ffe9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4f6ace86324dcd"/>
  </p:sldMasterIdLst>
  <p:notesMasterIdLst>
    <p:notesMasterId xmlns:r="http://schemas.openxmlformats.org/officeDocument/2006/relationships" r:id="R527dd34e2868473f"/>
  </p:notesMasterIdLst>
  <p:sldIdLst>
    <p:sldId xmlns:r="http://schemas.openxmlformats.org/officeDocument/2006/relationships" id="256" r:id="Rb8a77dd8e12e47d8"/>
    <p:sldId xmlns:r="http://schemas.openxmlformats.org/officeDocument/2006/relationships" id="257" r:id="R2d98cefedc2d4d55"/>
    <p:sldId xmlns:r="http://schemas.openxmlformats.org/officeDocument/2006/relationships" id="258" r:id="Rff59d97303e54ec3"/>
    <p:sldId xmlns:r="http://schemas.openxmlformats.org/officeDocument/2006/relationships" id="259" r:id="R3c485eb90ce44320"/>
    <p:sldId xmlns:r="http://schemas.openxmlformats.org/officeDocument/2006/relationships" id="260" r:id="Rfddda6b5a2ee47a2"/>
    <p:sldId xmlns:r="http://schemas.openxmlformats.org/officeDocument/2006/relationships" id="261" r:id="R697e9058af954d47"/>
    <p:sldId xmlns:r="http://schemas.openxmlformats.org/officeDocument/2006/relationships" id="262" r:id="R696d771279d54f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d9e23f162b401f" /><Relationship Type="http://schemas.openxmlformats.org/officeDocument/2006/relationships/slideMaster" Target="/ppt/slideMasters/slideMaster1.xml" Id="R0d4f6ace86324dcd" /><Relationship Type="http://schemas.openxmlformats.org/officeDocument/2006/relationships/notesMaster" Target="/ppt/notesMasters/notesMaster1.xml" Id="R527dd34e2868473f" /><Relationship Type="http://schemas.openxmlformats.org/officeDocument/2006/relationships/presProps" Target="/ppt/presProps.xml" Id="R6137e0864b114b21" /><Relationship Type="http://schemas.openxmlformats.org/officeDocument/2006/relationships/tableStyles" Target="/ppt/tableStyles.xml" Id="R23f94f0281df4946" /><Relationship Type="http://schemas.openxmlformats.org/officeDocument/2006/relationships/slide" Target="/ppt/slides/slide1.xml" Id="Rb8a77dd8e12e47d8" /><Relationship Type="http://schemas.openxmlformats.org/officeDocument/2006/relationships/slide" Target="/ppt/slides/slide2.xml" Id="R2d98cefedc2d4d55" /><Relationship Type="http://schemas.openxmlformats.org/officeDocument/2006/relationships/slide" Target="/ppt/slides/slide3.xml" Id="Rff59d97303e54ec3" /><Relationship Type="http://schemas.openxmlformats.org/officeDocument/2006/relationships/slide" Target="/ppt/slides/slide4.xml" Id="R3c485eb90ce44320" /><Relationship Type="http://schemas.openxmlformats.org/officeDocument/2006/relationships/slide" Target="/ppt/slides/slide5.xml" Id="Rfddda6b5a2ee47a2" /><Relationship Type="http://schemas.openxmlformats.org/officeDocument/2006/relationships/slide" Target="/ppt/slides/slide6.xml" Id="R697e9058af954d47" /><Relationship Type="http://schemas.openxmlformats.org/officeDocument/2006/relationships/slide" Target="/ppt/slides/slide7.xml" Id="R696d771279d54f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6d202ff94b4f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bc7690f3c847f7" /><Relationship Type="http://schemas.openxmlformats.org/officeDocument/2006/relationships/notesMaster" Target="/ppt/notesMasters/notesMaster1.xml" Id="R279be3b75cf04c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dcf56d5baf4c20" /><Relationship Type="http://schemas.openxmlformats.org/officeDocument/2006/relationships/notesMaster" Target="/ppt/notesMasters/notesMaster1.xml" Id="R66cfe85808ec4f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cce64c31a249e9" /><Relationship Type="http://schemas.openxmlformats.org/officeDocument/2006/relationships/notesMaster" Target="/ppt/notesMasters/notesMaster1.xml" Id="R98942f92d7104f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632aa3a4b14b6a" /><Relationship Type="http://schemas.openxmlformats.org/officeDocument/2006/relationships/notesMaster" Target="/ppt/notesMasters/notesMaster1.xml" Id="Rd89b0eb8bb054b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56e5e9eef741d9" /><Relationship Type="http://schemas.openxmlformats.org/officeDocument/2006/relationships/notesMaster" Target="/ppt/notesMasters/notesMaster1.xml" Id="R9bff903a902242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450ba361eb4485" /><Relationship Type="http://schemas.openxmlformats.org/officeDocument/2006/relationships/notesMaster" Target="/ppt/notesMasters/notesMaster1.xml" Id="R54ede7cbe1eb48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56842de8bf4f24" /><Relationship Type="http://schemas.openxmlformats.org/officeDocument/2006/relationships/notesMaster" Target="/ppt/notesMasters/notesMaster1.xml" Id="Ra38f9bb303c34d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source: Hackathon -3 Building Your High School Portfolio (1).pdf,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is based on page 2 of the supplied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Requirements source: supplied brief, pages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Counselor interaction is required by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flowchart documents the implemented Java application logic. Flowchart and core logic are required by pages 3 and 4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reflects PortfolioService.sorted and PortfolioService.totalHours in the included Java source. The CS concept requirement appears on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details are drawn from the included Java source. The solution stays within the brief's high-school-level feasibility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b520df22940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19b3a8eee8495d" /><Relationship Type="http://schemas.openxmlformats.org/officeDocument/2006/relationships/slideLayout" Target="/ppt/slideLayouts/slideLayout1.xml" Id="R846df569127745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6df569127745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eb844d76f4aa7" /><Relationship Type="http://schemas.openxmlformats.org/officeDocument/2006/relationships/notesSlide" Target="/ppt/notesSlides/notesSlide1.xml" Id="Rf5f18d381c0440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d999223ab4b3a" /><Relationship Type="http://schemas.openxmlformats.org/officeDocument/2006/relationships/notesSlide" Target="/ppt/notesSlides/notesSlide2.xml" Id="R2873bae2d699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6b154ae2c4c3f" /><Relationship Type="http://schemas.openxmlformats.org/officeDocument/2006/relationships/image" Target="/ppt/media/image.png" Id="R60fa4a8403ef4169" /><Relationship Type="http://schemas.openxmlformats.org/officeDocument/2006/relationships/notesSlide" Target="/ppt/notesSlides/notesSlide3.xml" Id="Re5b7c836389e48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eba10f5fd49ee" /><Relationship Type="http://schemas.openxmlformats.org/officeDocument/2006/relationships/image" Target="/ppt/media/image2.png" Id="R93a8dc0db30a42a2" /><Relationship Type="http://schemas.openxmlformats.org/officeDocument/2006/relationships/notesSlide" Target="/ppt/notesSlides/notesSlide4.xml" Id="R8b7c933ffc814f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0d21209e64c64" /><Relationship Type="http://schemas.openxmlformats.org/officeDocument/2006/relationships/notesSlide" Target="/ppt/notesSlides/notesSlide5.xml" Id="R606ae443da684d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5b67a41544845" /><Relationship Type="http://schemas.openxmlformats.org/officeDocument/2006/relationships/notesSlide" Target="/ppt/notesSlides/notesSlide6.xml" Id="R4b97a9cad3fe41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e48afa73942b4" /><Relationship Type="http://schemas.openxmlformats.org/officeDocument/2006/relationships/notesSlide" Target="/ppt/notesSlides/notesSlide7.xml" Id="Red3b4af1d20346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D6072-E534-4A86-AF77-12C7F2B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CSNHS 26-27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ABA84-286A-4353-92A6-EFA876C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Pathfolio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0ADBA-6A43-462C-BE77-D19B3E24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 high school experience tracker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A89CB-3B09-4EFA-8118-8AD72E5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Capture the details now. Use them when applications begin.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6E1E9-59DF-4F09-92E4-23B475D2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WORKING JAVA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FD992-0669-4552-894A-250E9C24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 view + counselor overview + resume export</a:t>
            </a:r>
          </a:p>
        </p:txBody>
      </p:sp>
    </p:spTree>
    <p:extLst>
      <p:ext uri="{BB962C8B-B14F-4D97-AF65-F5344CB8AC3E}">
        <p14:creationId xmlns:p14="http://schemas.microsoft.com/office/powerpoint/2010/main" val="404019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83594-CA0E-48A5-B1FF-33B92B74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The memory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A0240-39FA-4C6A-A714-41E50F6C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Students complete meaningful work, but the evidence gets scattered across four years.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3ED04-8F12-40BE-8A42-7B8FE8F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381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2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49E49-6827-4F81-B54E-447C6C02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By senior year, names, dates, hours, and impact are easy to forget.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DEA6D-1494-4ADD-B893-9CBE824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College applications and scholarship forms ask for specific details. Students often rebuild those details from old messages, calendars, and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07C35-4447-456C-8BE9-126D692A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470B9-B8A2-470D-82D7-0C704E31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Incomplete applications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Missing service hours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Generic resume descriptions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E61AA-85B1-4ED9-8D60-4EA76C3E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Pathfolio fixes the problem while the experience is still fresh.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8C5FE-DED4-4BC7-B79C-2EE8B330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1193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1EF0E-8A8D-499C-B5CF-D4A8CBC6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26C4A-D667-4F49-832C-81273577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phone-sized workspace turns activities into a sortable four-year record.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a4a8403ef4169"/>
          <a:stretch xmlns:a="http://schemas.openxmlformats.org/drawingml/2006/main"/>
        </p:blipFill>
        <p:spPr>
          <a:xfrm xmlns:a="http://schemas.openxmlformats.org/drawingml/2006/main">
            <a:off x="13486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C4D06-7CCA-437B-9A02-A0DBA6B9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Record an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76225-DFDE-4CF6-9F43-12B0E847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Add the title, category, date, hours, and a short description.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87544-0361-4132-8BF4-DCE4CD20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Choose the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D5DA1-4570-44F6-81DF-D2A25C94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Sort the full portfolio by newest, oldest, or activity category.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22297-B6A4-49C1-BC34-C1FC3EC8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Reuse the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EB438-F7D4-456F-879D-4122729A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149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Automatic hour totals stay visible, and the app exports organized resume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7948C-1E5C-4DFB-AFFC-B0A3FD7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2019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B99DF-BECB-4B03-A566-80848914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Counselor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39E40-8C4F-455D-8964-A4A2B54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Counselors can read the portfolio and see how it develops across high school.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81F78-113C-4344-A76D-4976B466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Four-year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7B5B5-6301-44AA-B40B-6D5991CA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year-by-year summary makes missing periods easy to notice.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03314-567E-44B6-867A-7F22A87E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Automatic hour total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412FB-7782-44F9-8BE8-41C231E3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dashboard adds activity hours and shows the total at a glance.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23550-77BB-4676-AD19-67D1083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Recent experiences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AB268-C7AA-4D58-A22A-28B454B0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Counselors can read the latest titles, dates, hours, and descriptions.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8dc0db30a42a2"/>
          <a:stretch xmlns:a="http://schemas.openxmlformats.org/drawingml/2006/main"/>
        </p:blipFill>
        <p:spPr>
          <a:xfrm xmlns:a="http://schemas.openxmlformats.org/drawingml/2006/main">
            <a:off x="71017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34563-57BE-48B5-94E9-3F3AB815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6605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2BA02-515E-4334-8ADA-38C65607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Core application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0D5A6-7CC0-4E3E-A5FF-FDD66914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new experience updates the hour total and joins the sortable portfolio.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321AE-9F37-4206-9681-56347B05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5C2A"/>
          </a:solidFill>
          <a:ln xmlns:a="http://schemas.openxmlformats.org/drawingml/2006/main" w="0">
            <a:solidFill>
              <a:srgbClr val="E05C2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Student adds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32421-06F5-418E-A3D5-8F371F43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CD4C"/>
          </a:solidFill>
          <a:ln xmlns:a="http://schemas.openxmlformats.org/drawingml/2006/main" w="0">
            <a:solidFill>
              <a:srgbClr val="F9CD4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App validates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required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62FB4-592C-4D97-914A-4671B4A8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96FB2"/>
          </a:solidFill>
          <a:ln xmlns:a="http://schemas.openxmlformats.org/drawingml/2006/main" w="0">
            <a:solidFill>
              <a:srgbClr val="496FB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App adds entry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and totals hours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97C80-CE98-4885-81F5-3021B71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Counselor views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four-year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32BAA-A274-45DD-94A1-483F786F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8E91"/>
          </a:solidFill>
          <a:ln xmlns:a="http://schemas.openxmlformats.org/drawingml/2006/main" w="0">
            <a:solidFill>
              <a:srgbClr val="E98E9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sorts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or exports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812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720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627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0EF0A-4A0E-4214-AFDE-63D37B15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If validation fails, the form stays open and highlights the missing or invalid field.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38515-2E56-4CD1-90DB-823962AE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New entries remain available for the current app session.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CEDF5-ECD0-495F-A9DC-C50FA5E5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31204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491A5-5925-4A3D-99E3-C8932EAB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Sorting and hour-total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61867-7EEB-4C44-88B5-0F31EB63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Comparators change the record order, while aggregation calculates the hours.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D96D9-D10B-4773-876E-0E93EC02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953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322"/>
          </a:solidFill>
          <a:ln xmlns:a="http://schemas.openxmlformats.org/drawingml/2006/main" w="9525">
            <a:solidFill>
              <a:srgbClr val="272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247A6-7960-42ED-B37C-EB03FDBD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INPUT sortMode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results = all experiences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IF sortMode is NEWEST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SORT results by date descending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ELSE IF sortMode is OLDEST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SORT results by date ascending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ELSE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SORT results by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totalHours = SUM each experience's hours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DISPLAY results and totalHours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9C88B-8C1A-4788-99FA-F60107B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Computer science 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53B9D-00C7-47A4-B4F7-072C4896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Data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CF684-F36A-4BBD-B0C1-BF3045A2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experience is one structured record with a category, date, hours, and description.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1465A-EC92-4FE6-86F9-767D1762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28617-6EFC-47F8-AD8B-6EEFF828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Comparators order the records. Aggregation adds the hours from every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34F6-0A0A-49B0-B7E1-E27FE121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5848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A49BA-9815-4805-B366-2CF2EC8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 focused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03D9F-0745-439F-9D8F-8863B26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simplified app keeps only the requested enhancements and the required user views.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A1AE2-AF10-4BC1-8DCE-4EBF79BB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Working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255EC-8767-4F60-8B8B-2569A5BA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Add experiences during the current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Sort by newest, oldest, or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Calculate total hours automatically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Export resume-ready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Show a four-year counselor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EE20C-E073-447F-BD04-AF0FADD9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Kept intentionally simple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8893A-E752-4413-B905-2E9957F3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No accounts or online server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No badges or streaks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No verification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No search or category filters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Demo records reset when the app closes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48849-7ED4-43C3-9538-3BD4A3A6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293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Pathfolio gives every experience a place before the details disappear.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0B7D1-8A56-4EF7-AD97-6D1A1A9C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1879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2026-10-07T00:07:44.3860000Z</dcterms:created>
  <dcterms:modified xsi:type="dcterms:W3CDTF">2026-10-07T00:07:44.3860000Z</dcterms:modified>
</coreProperties>
</file>