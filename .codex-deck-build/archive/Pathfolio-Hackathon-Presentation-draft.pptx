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054a2c5b36419f" /><Relationship Type="http://schemas.openxmlformats.org/officeDocument/2006/relationships/extended-properties" Target="/docProps/app.xml" Id="R66988d2d150446a3" /><Relationship Type="http://schemas.openxmlformats.org/officeDocument/2006/relationships/officeDocument" Target="/ppt/presentation.xml" Id="R29b1c4c12628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e67e8b26e4a25"/>
  </p:sldMasterIdLst>
  <p:notesMasterIdLst>
    <p:notesMasterId xmlns:r="http://schemas.openxmlformats.org/officeDocument/2006/relationships" r:id="Rc69866911aee48de"/>
  </p:notesMasterIdLst>
  <p:sldIdLst>
    <p:sldId xmlns:r="http://schemas.openxmlformats.org/officeDocument/2006/relationships" id="256" r:id="R4eb51c6385044a6b"/>
    <p:sldId xmlns:r="http://schemas.openxmlformats.org/officeDocument/2006/relationships" id="257" r:id="Rfd8dea7379344322"/>
    <p:sldId xmlns:r="http://schemas.openxmlformats.org/officeDocument/2006/relationships" id="258" r:id="R235f3b33a7ba42b8"/>
    <p:sldId xmlns:r="http://schemas.openxmlformats.org/officeDocument/2006/relationships" id="259" r:id="R76591d63f5764398"/>
    <p:sldId xmlns:r="http://schemas.openxmlformats.org/officeDocument/2006/relationships" id="260" r:id="R9d5400d73daa46ca"/>
    <p:sldId xmlns:r="http://schemas.openxmlformats.org/officeDocument/2006/relationships" id="261" r:id="R66de368e158f4621"/>
    <p:sldId xmlns:r="http://schemas.openxmlformats.org/officeDocument/2006/relationships" id="262" r:id="R709e44a76a0e45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e142826d2247ad" /><Relationship Type="http://schemas.openxmlformats.org/officeDocument/2006/relationships/slideMaster" Target="/ppt/slideMasters/slideMaster1.xml" Id="Rac6e67e8b26e4a25" /><Relationship Type="http://schemas.openxmlformats.org/officeDocument/2006/relationships/notesMaster" Target="/ppt/notesMasters/notesMaster1.xml" Id="Rc69866911aee48de" /><Relationship Type="http://schemas.openxmlformats.org/officeDocument/2006/relationships/presProps" Target="/ppt/presProps.xml" Id="Ra4fbde3133bc4132" /><Relationship Type="http://schemas.openxmlformats.org/officeDocument/2006/relationships/tableStyles" Target="/ppt/tableStyles.xml" Id="R7af462eb549a453c" /><Relationship Type="http://schemas.openxmlformats.org/officeDocument/2006/relationships/slide" Target="/ppt/slides/slide1.xml" Id="R4eb51c6385044a6b" /><Relationship Type="http://schemas.openxmlformats.org/officeDocument/2006/relationships/slide" Target="/ppt/slides/slide2.xml" Id="Rfd8dea7379344322" /><Relationship Type="http://schemas.openxmlformats.org/officeDocument/2006/relationships/slide" Target="/ppt/slides/slide3.xml" Id="R235f3b33a7ba42b8" /><Relationship Type="http://schemas.openxmlformats.org/officeDocument/2006/relationships/slide" Target="/ppt/slides/slide4.xml" Id="R76591d63f5764398" /><Relationship Type="http://schemas.openxmlformats.org/officeDocument/2006/relationships/slide" Target="/ppt/slides/slide5.xml" Id="R9d5400d73daa46ca" /><Relationship Type="http://schemas.openxmlformats.org/officeDocument/2006/relationships/slide" Target="/ppt/slides/slide6.xml" Id="R66de368e158f4621" /><Relationship Type="http://schemas.openxmlformats.org/officeDocument/2006/relationships/slide" Target="/ppt/slides/slide7.xml" Id="R709e44a76a0e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cb9876b4b4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1ddaee17f4acf" /><Relationship Type="http://schemas.openxmlformats.org/officeDocument/2006/relationships/notesMaster" Target="/ppt/notesMasters/notesMaster1.xml" Id="Rc8a7cf1bde0b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ae6d1e1d842e7" /><Relationship Type="http://schemas.openxmlformats.org/officeDocument/2006/relationships/notesMaster" Target="/ppt/notesMasters/notesMaster1.xml" Id="R9d6b7e1184be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6112b0b8f4cde" /><Relationship Type="http://schemas.openxmlformats.org/officeDocument/2006/relationships/notesMaster" Target="/ppt/notesMasters/notesMaster1.xml" Id="Rc00dace3bb75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396f3223a04968" /><Relationship Type="http://schemas.openxmlformats.org/officeDocument/2006/relationships/notesMaster" Target="/ppt/notesMasters/notesMaster1.xml" Id="R3933c3340f5a48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195c2ba5e4c82" /><Relationship Type="http://schemas.openxmlformats.org/officeDocument/2006/relationships/notesMaster" Target="/ppt/notesMasters/notesMaster1.xml" Id="Rb22cef294bb6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e030a6b52f47a0" /><Relationship Type="http://schemas.openxmlformats.org/officeDocument/2006/relationships/notesMaster" Target="/ppt/notesMasters/notesMaster1.xml" Id="Rf363bd31dcc8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d49147a4e4ebd" /><Relationship Type="http://schemas.openxmlformats.org/officeDocument/2006/relationships/notesMaster" Target="/ppt/notesMasters/notesMaster1.xml" Id="Rf81784429db545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Hackathon -3 Building Your High School Portfolio (1).pdf,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is based on page 2 of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Requirements source: supplied brief, pages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Counselor interaction is required by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flowchart documents the implemented Java application logic. Flowchart and core logic are required by pages 3 and 4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reflects PortfolioService.find in the included Java source. The CS concept requirement appears on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drawn from the included Java source. The solution stays within the brief's high-school-level feasibility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17e4f7c8a4b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46461d31b4cea" /><Relationship Type="http://schemas.openxmlformats.org/officeDocument/2006/relationships/slideLayout" Target="/ppt/slideLayouts/slideLayout1.xml" Id="R0bf4d5a9a6ef43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4d5a9a6ef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f5a9e2f94d5a" /><Relationship Type="http://schemas.openxmlformats.org/officeDocument/2006/relationships/image" Target="/ppt/media/image.png" Id="R7e0b3521046f466d" /><Relationship Type="http://schemas.openxmlformats.org/officeDocument/2006/relationships/notesSlide" Target="/ppt/notesSlides/notesSlide1.xml" Id="Rda9df9d7aeb5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f3d7115f3465b" /><Relationship Type="http://schemas.openxmlformats.org/officeDocument/2006/relationships/image" Target="/ppt/media/image2.png" Id="Rf8cf593311d74f1a" /><Relationship Type="http://schemas.openxmlformats.org/officeDocument/2006/relationships/notesSlide" Target="/ppt/notesSlides/notesSlide2.xml" Id="R514a5453ba60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9f901984f44fb" /><Relationship Type="http://schemas.openxmlformats.org/officeDocument/2006/relationships/image" Target="/ppt/media/image3.png" Id="R4391f78e908045dd" /><Relationship Type="http://schemas.openxmlformats.org/officeDocument/2006/relationships/image" Target="/ppt/media/image4.png" Id="Rac6c5cf6c05941e5" /><Relationship Type="http://schemas.openxmlformats.org/officeDocument/2006/relationships/notesSlide" Target="/ppt/notesSlides/notesSlide3.xml" Id="R885963c870d8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7b65a3aff4b09" /><Relationship Type="http://schemas.openxmlformats.org/officeDocument/2006/relationships/image" Target="/ppt/media/image5.png" Id="R79d65bbe19ee408a" /><Relationship Type="http://schemas.openxmlformats.org/officeDocument/2006/relationships/image" Target="/ppt/media/image6.png" Id="R93a5219f87924e4d" /><Relationship Type="http://schemas.openxmlformats.org/officeDocument/2006/relationships/notesSlide" Target="/ppt/notesSlides/notesSlide4.xml" Id="R4d5836528931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8da27f47144a6" /><Relationship Type="http://schemas.openxmlformats.org/officeDocument/2006/relationships/image" Target="/ppt/media/image7.png" Id="R4a9d1838c7404bc3" /><Relationship Type="http://schemas.openxmlformats.org/officeDocument/2006/relationships/notesSlide" Target="/ppt/notesSlides/notesSlide5.xml" Id="R5f738f38905d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0c6d3b8a548a6" /><Relationship Type="http://schemas.openxmlformats.org/officeDocument/2006/relationships/image" Target="/ppt/media/image8.png" Id="R2d5d00c9e650444b" /><Relationship Type="http://schemas.openxmlformats.org/officeDocument/2006/relationships/notesSlide" Target="/ppt/notesSlides/notesSlide6.xml" Id="R5e3b788bfcac48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03bbbaa114ca9" /><Relationship Type="http://schemas.openxmlformats.org/officeDocument/2006/relationships/image" Target="/ppt/media/image9.png" Id="R070dce89eb994f04" /><Relationship Type="http://schemas.openxmlformats.org/officeDocument/2006/relationships/notesSlide" Target="/ppt/notesSlides/notesSlide7.xml" Id="Rb681746633a240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b3521046f46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BD950-CB70-4C62-AD8E-43F631F2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CSNHS 26-27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6A0B-F400-4A14-8CA9-60EE4E6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Pathfolio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F01A-FCAA-480B-8961-732F1F14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high school experience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E09EE-1F0B-42FF-9B13-418DAF1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Capture the details now. Use them when applications begin.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0BCCF-5C62-41EE-80A6-76DB7111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WORKING JAVA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7E018-C366-4057-86D1-A0248B7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 view + counselor review + resume export</a:t>
            </a:r>
          </a:p>
        </p:txBody>
      </p:sp>
    </p:spTree>
    <p:extLst>
      <p:ext uri="{BB962C8B-B14F-4D97-AF65-F5344CB8AC3E}">
        <p14:creationId xmlns:p14="http://schemas.microsoft.com/office/powerpoint/2010/main" val="145137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f593311d74f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7ABCE-DE39-4FBD-B4DB-B1287B6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The memory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9255F-2D18-4F07-89E1-7A4B157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Students complete meaningful work, but the evidence gets scattered across four years.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4457-FC28-445A-9449-8EE01EF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38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2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9520-19B4-4764-9811-7FEA290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By senior year, names, dates, hours, and impact are easy to forget.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8C9F5-B5E0-40D6-AE72-1D2AF10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College applications and scholarship forms ask for specific details. Students often rebuild those details from old messages, calendars, and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3578F-4DA7-4122-A7F3-9FB9773A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4D588-0322-43C8-9E07-BB810E2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Incomplete applications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Unverified service hours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Generic resume descriptions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533CF-5537-47C4-80A4-439DB38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Pathfolio fixes the problem while the experience is still fresh.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EA240-CD6D-4A46-A7CF-08DAB3A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5372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1f78e908045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9F368-63F4-4F2F-B9D1-30852D8D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E7C38-61B1-486C-B47D-711B145A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phone-sized workspace turns activities into a searchable four-year record.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c5cf6c05941e5"/>
          <a:stretch xmlns:a="http://schemas.openxmlformats.org/drawingml/2006/main"/>
        </p:blipFill>
        <p:spPr>
          <a:xfrm xmlns:a="http://schemas.openxmlformats.org/drawingml/2006/main">
            <a:off x="13486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35321-05E1-4328-8F79-581408D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Record an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A2A8-91CA-42AB-BE77-FC302462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Add the title, category, date, hours, and a short description.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D3FB9-8228-45B8-9D10-27D1D569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Find the right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B5A0B-7D12-4D3B-A5A6-2DF4F3F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Search descriptions, filter by activity type, or sort by date and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F04C5-F31F-4FEE-985F-38CB820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Reuse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1AD9A-07CD-458B-91BE-28A628E7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Track progress with badges, then export organized resume text when it is needed.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92AD6-7C18-430C-9C48-9C428FB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3219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65bbe19ee40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63D59-9905-41F7-9C0E-9BD67C4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Counselor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1E64B-F235-41B7-9258-A835457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review claims early instead of reconstructing a record during senior year.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7ACB2-382F-4844-8096-4EACE6E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Review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5740-F877-4D3F-9EBF-761CCE0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Pending activities appear in one list with dates, hours, and student descriptions.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79BB6-06E1-49F5-96A9-9041932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One-click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8FE97-4BB3-4280-BDF7-89C3DFF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verified label tells students which entries are ready for official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97078-32A1-4644-A129-0D2ED943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A8914-055B-4163-B9C1-ECE44A53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timeline makes missing years visible before they become an application problem.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5219f87924e4d"/>
          <a:stretch xmlns:a="http://schemas.openxmlformats.org/drawingml/2006/main"/>
        </p:blipFill>
        <p:spPr>
          <a:xfrm xmlns:a="http://schemas.openxmlformats.org/drawingml/2006/main">
            <a:off x="71017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BDB8E-5762-4DE9-9869-38615A5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1373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d1838c7404b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7BED-7529-4E12-AFB2-2AE8F05A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Core application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26479-1E85-43CE-B979-562FE45C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saved experience becomes searchable, reviewable, and ready for reuse.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A7EF1-DEF8-446F-A86F-F325D48C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5C2A"/>
          </a:solidFill>
          <a:ln xmlns:a="http://schemas.openxmlformats.org/drawingml/2006/main" w="0">
            <a:solidFill>
              <a:srgbClr val="E05C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Student adds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A8363-7F9C-4847-91BB-A6682A9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CD4C"/>
          </a:solidFill>
          <a:ln xmlns:a="http://schemas.openxmlformats.org/drawingml/2006/main" w="0">
            <a:solidFill>
              <a:srgbClr val="F9CD4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App validates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77585-9155-48AF-9B15-913EEE97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96FB2"/>
          </a:solidFill>
          <a:ln xmlns:a="http://schemas.openxmlformats.org/drawingml/2006/main" w="0">
            <a:solidFill>
              <a:srgbClr val="496FB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App saves and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updates totals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B6E23-90E8-468C-8F6E-8348D1E3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Counselor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verifies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457F9-F747-471E-BD6C-4032962F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8E91"/>
          </a:solidFill>
          <a:ln xmlns:a="http://schemas.openxmlformats.org/drawingml/2006/main" w="0">
            <a:solidFill>
              <a:srgbClr val="E98E9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exports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resume text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head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head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head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535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303D2-21B7-4379-A3E8-A2AA256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If validation fails, the form stays open and highlights the missing or invalid field.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FD1B-8091-470B-ACFB-EB1FCD9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All records remain on the student computer in the prototype.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91254-1E87-4AD0-A147-367EA13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9240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d00c9e65044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BC865-1283-4AE8-8002-A372B660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7C679-03BB-4EC8-9353-13C42C8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single pipeline transforms the saved list into the view the student requested.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DDAD9-D5E0-4C78-9259-225359C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22"/>
          </a:solidFill>
          <a:ln xmlns:a="http://schemas.openxmlformats.org/drawingml/2006/main" w="9525">
            <a:solidFill>
              <a:srgbClr val="272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4810B-F6E0-426D-9DF9-6AE4CB3B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INPUT query, selectedType, sortMode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results = all experiences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FILTER results where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title or description contains query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and type matches selectedType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SORT results by date or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DISPLAY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ABE8B-FA84-4082-BE64-FA56C1D3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Computer science 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6BB69-C52B-450F-A02B-B587BAEA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B7DE3-3BCC-4919-86B0-0994FC58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experience is one structured record with a category, date, hours, description, and verification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356D-7E9C-4CD0-A4A9-046E800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0FA27-1810-49DD-AF38-B52D4AC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Predicate filters remove nonmatches. Comparators order the remaining records. Aggregation calculates total hours and badge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B15EF-187C-40F5-A679-34C12223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5589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dce89eb994f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5CD12-413C-41C2-A867-9B2725DE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Realistic now, expandable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51CB-0564-46F4-87B4-7C5FB6E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prototype works with standard Java and keeps the school rollout path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AA76E-A676-4F2B-B705-BBBF4FE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9C736-AB98-4873-A153-6CECF36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Add experiences and keep them between sessions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the portfolio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Track hours, badges, and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Export resume-ready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DADF-67C9-469F-9907-FEB8842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School rollout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085C3-6CE3-4797-83E8-0753AF5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Move local records to a school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Use student and counselor sign-in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Attach evidence when a school requires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Generate formatted PDF resumes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0ADBF-5F21-4A10-BEFC-F39FDCE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Pathfolio gives every experience a place before the details disappear.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5C412-7E82-48DE-AEC7-0B1DF18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868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2026-10-06T23:50:44.2700000Z</dcterms:created>
  <dcterms:modified xsi:type="dcterms:W3CDTF">2026-10-06T23:50:44.2700000Z</dcterms:modified>
</coreProperties>
</file>